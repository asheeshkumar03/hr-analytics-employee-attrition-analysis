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0"/>
            <a:ext cx="12191980" cy="68579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7813" y="-101600"/>
            <a:ext cx="9440034" cy="2648381"/>
          </a:xfrm>
        </p:spPr>
        <p:txBody>
          <a:bodyPr>
            <a:noAutofit/>
          </a:bodyPr>
          <a:lstStyle/>
          <a:p>
            <a:r>
              <a:rPr lang="en-US" sz="8000" dirty="0">
                <a:solidFill>
                  <a:srgbClr val="FF0000"/>
                </a:solidFill>
              </a:rPr>
              <a:t>HR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653" y="3694715"/>
            <a:ext cx="9440034" cy="1397951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ASHEESH KUMAR</a:t>
            </a:r>
          </a:p>
          <a:p>
            <a:r>
              <a:rPr lang="en-US" sz="4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INTERNSHIP PROJECT REPORT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494D3-DDAB-B98C-4F91-82A361C4B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EMPLOYEE DEDICATION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A9CB2E-330D-1450-E99F-8EA5A774B2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90" y="1866900"/>
            <a:ext cx="11527971" cy="4432986"/>
          </a:xfrm>
          <a:solidFill>
            <a:schemeClr val="accent1"/>
          </a:solidFill>
          <a:effectLst>
            <a:glow>
              <a:schemeClr val="accent1">
                <a:alpha val="0"/>
              </a:schemeClr>
            </a:glow>
            <a:outerShdw blurRad="25400" dir="17880000">
              <a:srgbClr val="000000">
                <a:alpha val="46000"/>
              </a:srgbClr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641641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49464-F614-9406-A4AB-B3AEA862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EMPLOYEE MARTIAL STATUS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90C1C3-527C-7995-9C6C-4B8FBCC48A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58" y="2076449"/>
            <a:ext cx="11691256" cy="4536621"/>
          </a:xfrm>
        </p:spPr>
      </p:pic>
    </p:spTree>
    <p:extLst>
      <p:ext uri="{BB962C8B-B14F-4D97-AF65-F5344CB8AC3E}">
        <p14:creationId xmlns:p14="http://schemas.microsoft.com/office/powerpoint/2010/main" val="120425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E3DFB-5948-4054-39A0-611F8865B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09" y="206826"/>
            <a:ext cx="10353762" cy="1257300"/>
          </a:xfrm>
        </p:spPr>
        <p:txBody>
          <a:bodyPr/>
          <a:lstStyle/>
          <a:p>
            <a:r>
              <a:rPr lang="en-IN" dirty="0"/>
              <a:t>JOB ROLE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04C731-0025-E164-E944-B83666299C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78" y="1836420"/>
            <a:ext cx="10937741" cy="4615180"/>
          </a:xfrm>
        </p:spPr>
      </p:pic>
    </p:spTree>
    <p:extLst>
      <p:ext uri="{BB962C8B-B14F-4D97-AF65-F5344CB8AC3E}">
        <p14:creationId xmlns:p14="http://schemas.microsoft.com/office/powerpoint/2010/main" val="418626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7855F-634A-90A2-45FB-B2DB8C9AC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75" y="162560"/>
            <a:ext cx="10353762" cy="1257300"/>
          </a:xfrm>
        </p:spPr>
        <p:txBody>
          <a:bodyPr/>
          <a:lstStyle/>
          <a:p>
            <a:r>
              <a:rPr lang="en-IN" dirty="0"/>
              <a:t>GENDER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4278D0-4ED2-4015-6CF3-BF1F9BB554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27" y="1724192"/>
            <a:ext cx="10772287" cy="470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7687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22E85-C8C8-B2BD-F3C1-35D592316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315" y="172720"/>
            <a:ext cx="10353762" cy="1257300"/>
          </a:xfrm>
        </p:spPr>
        <p:txBody>
          <a:bodyPr/>
          <a:lstStyle/>
          <a:p>
            <a:r>
              <a:rPr lang="en-IN" dirty="0"/>
              <a:t>EDUCATION FEILD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6C0D0B0-B292-D563-F743-D763C0042C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460" y="1352006"/>
            <a:ext cx="11435080" cy="511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946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26D1B-BC9F-DEA8-E39E-1305D4C10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035" y="248438"/>
            <a:ext cx="10353762" cy="1257300"/>
          </a:xfrm>
        </p:spPr>
        <p:txBody>
          <a:bodyPr/>
          <a:lstStyle/>
          <a:p>
            <a:r>
              <a:rPr lang="en-IN" dirty="0"/>
              <a:t>DEPARTMENT OF EMPLOYEES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6E8D3-267F-E622-339F-CF637FFAB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9B46B4C-771B-29CE-C8BC-73A7D2FE0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443" y="1866900"/>
            <a:ext cx="10353761" cy="4285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657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37D11-EEAA-438C-58CB-3B5E7EEA2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TRAVEL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D73A2-3C50-8640-7E33-91B74F1B0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36161B5-5DCB-A110-BD19-FDBA6050E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442" y="1932626"/>
            <a:ext cx="10570871" cy="4432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005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9A0E3-6E96-8D49-A668-1BC29EF38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933" y="172720"/>
            <a:ext cx="10353762" cy="1257300"/>
          </a:xfrm>
        </p:spPr>
        <p:txBody>
          <a:bodyPr/>
          <a:lstStyle/>
          <a:p>
            <a:r>
              <a:rPr lang="en-IN" dirty="0"/>
              <a:t>OVER TIME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DBE2B00-663C-0AEE-FF4B-EE1BA01C32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33" y="1896109"/>
            <a:ext cx="10874829" cy="429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2984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C707B-7B74-CECF-3FC9-FB54E1AB3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355" y="162560"/>
            <a:ext cx="10353762" cy="1257300"/>
          </a:xfrm>
        </p:spPr>
        <p:txBody>
          <a:bodyPr/>
          <a:lstStyle/>
          <a:p>
            <a:r>
              <a:rPr lang="en-IN" dirty="0"/>
              <a:t>SALARY BY JOB ROLE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63466D31-5FB4-77D6-2B74-1737FC9F26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60" y="1184795"/>
            <a:ext cx="10200640" cy="5296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1198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E06AB-CFCA-F0AE-2866-5C3E608EA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435" y="243840"/>
            <a:ext cx="10353762" cy="1257300"/>
          </a:xfrm>
        </p:spPr>
        <p:txBody>
          <a:bodyPr/>
          <a:lstStyle/>
          <a:p>
            <a:r>
              <a:rPr lang="en-IN" dirty="0"/>
              <a:t>ATTRITION BY JOBS ROLES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7E0D8FF-DA0D-E927-12D1-E770E475F3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440" y="1348244"/>
            <a:ext cx="9032240" cy="5109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2846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{121400CF-9D89-45F3-B20F-B0F3A9301EB0}tf12214701_win32</Template>
  <TotalTime>23</TotalTime>
  <Words>33</Words>
  <Application>Microsoft Office PowerPoint</Application>
  <PresentationFormat>Widescreen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Goudy Old Style</vt:lpstr>
      <vt:lpstr>Wingdings 2</vt:lpstr>
      <vt:lpstr>SlateVTI</vt:lpstr>
      <vt:lpstr>HR DATA ANALYSIS</vt:lpstr>
      <vt:lpstr>EMPLOYEE DEDICATION</vt:lpstr>
      <vt:lpstr>EMPLOYEE MARTIAL STATUS</vt:lpstr>
      <vt:lpstr>JOB ROLE</vt:lpstr>
      <vt:lpstr>GENDER</vt:lpstr>
      <vt:lpstr>EDUCATION FEILD</vt:lpstr>
      <vt:lpstr>DEPARTMENT OF EMPLOYEES</vt:lpstr>
      <vt:lpstr>BUSINESS TRAVEL</vt:lpstr>
      <vt:lpstr>OVER TIME</vt:lpstr>
      <vt:lpstr>SALARY BY JOB ROLE</vt:lpstr>
      <vt:lpstr>ATTRITION BY JOBS ROLES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DATA ANALYSIS</dc:title>
  <dc:creator>Asheesh Kumar</dc:creator>
  <cp:lastModifiedBy>Asheesh Kumar</cp:lastModifiedBy>
  <cp:revision>1</cp:revision>
  <dcterms:created xsi:type="dcterms:W3CDTF">2023-12-19T09:41:34Z</dcterms:created>
  <dcterms:modified xsi:type="dcterms:W3CDTF">2023-12-19T10:04:43Z</dcterms:modified>
</cp:coreProperties>
</file>